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t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3716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PAPARAN SISTEM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SISTEM SURAT ELEKTRONIK</a:t>
            </a:r>
            <a:br/>
            <a:r>
              <a:t>BERBASIS AI (SSEB AI)</a:t>
            </a:r>
          </a:p>
          <a:p>
            <a:pPr>
              <a:spcAft>
                <a:spcPts val="2400"/>
              </a:spcAft>
              <a:defRPr sz="1500">
                <a:solidFill>
                  <a:srgbClr val="E2E8F0"/>
                </a:solidFill>
              </a:defRPr>
            </a:pPr>
            <a:r>
              <a:t>Layanan Penyusunan Naskah Dinas &amp; Nota Dinas Otomatis</a:t>
            </a:r>
            <a:br/>
            <a:r>
              <a:t>Terintegrasi Sovereign AI Sesuai Standar KEP/868/2022 TNI</a:t>
            </a:r>
          </a:p>
          <a:p>
            <a:pPr>
              <a:defRPr sz="1200" i="1">
                <a:solidFill>
                  <a:srgbClr val="F59E0B"/>
                </a:solidFill>
              </a:defRPr>
            </a:pPr>
            <a:r>
              <a:t>Disusun untuk: Sosialisasi &amp; Implementasi Operasional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Latar Belakang &amp; Urgensi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1. Kebutuhan Kecepatan Administrasi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</a:defRPr>
            </a:pPr>
            <a:r>
              <a:t>Dinamika operasi militer &amp; birokrasi modern menuntut kecepatan pengambilan keputusan yang bertumpu pada kelancaran naskah dinas resmi tanpa mengorbankan ketepatan.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2. Ketatnya Regulasi KEP/868/2022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</a:defRPr>
            </a:pPr>
            <a:r>
              <a:t>Tata tulis militer memiliki aturan ketat mengenai struktur, margin presisi milimeter, hirarki kalimat penutup, susunan sub-poin, dan pangkat/korps/NRP pejabat penandatangan.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3832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3. Tuntutan Kedaulatan &amp; Keamanan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</a:defRPr>
            </a:pPr>
            <a:r>
              <a:t>Penggunaan AI komersial publik berbasis cloud membawa resiko kebocoran data intelijen. Diperlukan sistem On-Premises mandiri yang berjalan 100% di jaringan intranet lokal.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Tantangan &amp; Permasalahan Administrasi Konvensional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A5C"/>
                </a:solidFill>
              </a:defRPr>
            </a:pPr>
            <a:r>
              <a:t>⚠️  Waktu Penyusunan yang Lambat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Penyusunan manual draf nota dinas membutuhkan 30–90 menit per dokumen untuk merangkai kalimat formal dan mencari dasar regulasi.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A5C"/>
                </a:solidFill>
              </a:defRPr>
            </a:pPr>
            <a:r>
              <a:t>⚠️  Inkonsistensi Format &amp; Tata Tulis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Sering terjadi kesalahan format margin, penomoran, penulisan nama pejabat, dan tanda baca sub-poin yang tidak sesuai standar KEP-868.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A5C"/>
                </a:solidFill>
              </a:defRPr>
            </a:pPr>
            <a:r>
              <a:t>⚠️  Resiko Kebocoran Dokumen Rahasia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Ketergantungan staf pada tools AI publik (ChatGPT/Gemini online) membahayakan kerahasiaan dokumen internal satuan.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A3A5C"/>
                </a:solidFill>
              </a:defRPr>
            </a:pPr>
            <a:r>
              <a:t>⚠️  Keterbatasan Aksesibilitas Mobile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Pejabat dan staf dinas luar kesulitan membuat konsep dan memverifikasi nota dinas dengan cepat tanpa membuka komputer kantor.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Visi &amp; Tujuan Strategis SSEB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685800" cy="6858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7276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</a:defRPr>
            </a:pPr>
            <a:r>
              <a:t>Otomatisasi Penuh Redaksi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Mengubah poin-poin singkat menjadi naskah dinas formal dalam waktu &lt; 5 detik menggunakan Local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34640"/>
            <a:ext cx="685800" cy="6858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6148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</a:defRPr>
            </a:pPr>
            <a:r>
              <a:t>Kepatuhan Mutlak KEP/868/2022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Mengunci otomatis seluruh parameter tata naskah militer, margin presisi, dan hierarki tanda tangan.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023360"/>
            <a:ext cx="685800" cy="6858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5020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</a:defRPr>
            </a:pPr>
            <a:r>
              <a:t>Kedaulatan &amp; Keamanan Data (Air-Gapped)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100% pemrosesan data lokal di server intranet mandiri tanpa ketergantungan internet luar.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5212080"/>
            <a:ext cx="685800" cy="68580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3892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</a:defRPr>
            </a:pPr>
            <a:r>
              <a:t>Ekosistem Multi-Platform Terpadu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Kemudahan akses via Android Mobile Native, Portal Web Intranet, dan Telegram Bot Terenkripsi.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Fitur Unggulan &amp; Kapabilitas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RAG Grounding KEP-868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Injeksi aturan wajib naskah militer langsung ke prompt model untuk menjaga integritas bahasa baku.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Isolated Point Generator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Generasi redaksi per butir naskah independen, mencegah pengulangan kalimat pembuka dan duplikasi teks.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Hierarki Penutup Adaptif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Pilihan instan Atasan ('mohon menjadi periksa') vs Sejajar/Bawahan ('mohon menjadi perhatian').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Sub-Poin Berjenjang Otomatis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Pemberian penomoran sub-poin (a., b., c.) dan pungtuasi baku militer (';', '; dan', '.') otomatis.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Identitas Pejabat Militer Lengkap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Pencantuman otomatis Jabatan, Nama Pejabat berakhiran titik, dan Pangkat/Korps/NRP.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840480"/>
            <a:ext cx="3429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97764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3A5C"/>
                </a:solidFill>
              </a:defRPr>
            </a:pPr>
            <a:r>
              <a:t>✨ Distribusi Tembusan Dinamis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Penambahan daftar pejabat tembusan fleksibel di pojok kiri bawah naskah.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Kepatuhan Spesifikasi Format Militer KEP/868/2022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📐 Ukuran Kertas &amp; Margin Baku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Kertas A4 standar militer</a:t>
            </a:r>
            <a:br/>
            <a:r>
              <a:t>• Atas: 20.3 mm (0.8")</a:t>
            </a:r>
            <a:br/>
            <a:r>
              <a:t>• Kiri: 25.4 mm (1.0")</a:t>
            </a:r>
            <a:br/>
            <a:r>
              <a:t>• Bawah: 12.7 mm (0.5")</a:t>
            </a:r>
            <a:br/>
            <a:r>
              <a:t>• Kanan: 15.2 mm (0.6")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📐 Tipografi &amp; Perataan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Font: Arial 12pt</a:t>
            </a:r>
            <a:br/>
            <a:r>
              <a:t>• Spasi Baris: 1.25</a:t>
            </a:r>
            <a:br/>
            <a:r>
              <a:t>• Perataan: Justified (Rata Kiri-Kanan)</a:t>
            </a:r>
            <a:br/>
            <a:r>
              <a:t>• Kop Naskah: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📐 Tata Letak Tanda Tangan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Rata kanan simetris</a:t>
            </a:r>
            <a:br/>
            <a:r>
              <a:t>• Tempat &amp; tanggal (Jakarta, 22 Agustus 2026)</a:t>
            </a:r>
            <a:br/>
            <a:r>
              <a:t>• Jabatan penandatangan</a:t>
            </a:r>
            <a:br/>
            <a:r>
              <a:t>• Nama pejabat tebal berakhiran titik</a:t>
            </a:r>
            <a:br/>
            <a:r>
              <a:t>• Pangkat/Korps/NRP di bawah nama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77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📐 Struktur Penomoran &amp; Tembusan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Format: B/ND-01/VIII/2026/Unit</a:t>
            </a:r>
            <a:br/>
            <a:r>
              <a:t>• Tembusan di sudut kiri bawah sejajar/bawah TTD</a:t>
            </a:r>
            <a:br/>
            <a:r>
              <a:t>• Urutan butir: 1., 2., dst.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Arsitektur Sistem &amp; Keamanan Data (On-Premises)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60320" cy="6400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Android Mobile App (Jetpack Compose)</a:t>
            </a:r>
            <a:br/>
            <a:r>
              <a:t>• Intranet Web Portal (HTML5/Vanilla CSS)</a:t>
            </a:r>
            <a:br/>
            <a:r>
              <a:t>• Telegram Bot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560320" cy="6400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BACKEND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FastAPI Asynchronous Engine</a:t>
            </a:r>
            <a:br/>
            <a:r>
              <a:t>• Jinja2 Military Template Engine</a:t>
            </a:r>
            <a:br/>
            <a:r>
              <a:t>• WeasyPrint / PyMuPDF PDF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6400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AI &amp; RAG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Ollama On-Premises Local LLM</a:t>
            </a:r>
            <a:br/>
            <a:r>
              <a:t>• Vector Knowledge Base KEP-868</a:t>
            </a:r>
            <a:br/>
            <a:r>
              <a:t>• Isolated Prompting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5603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560320" cy="6400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SECURITY PERIMETER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0F172A"/>
                </a:solidFill>
              </a:defRPr>
            </a:pPr>
            <a:r>
              <a:t>• 100% Air-Gapped Local Network</a:t>
            </a:r>
            <a:br/>
            <a:r>
              <a:t>• Android FileProvider Sandboxing</a:t>
            </a:r>
            <a:br/>
            <a:r>
              <a:t>• User Authentication Barrier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Alur Operasional Pengguna (User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0116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Langkah 1: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544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Autentikasi akun pengguna (ujiakun/admin123) untuk membuka akses sistem.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20116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Langkah 2: Input Ringkas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Isi nomor surat, perihal, dasar, poin pokok isi, sub-poin, dan data penandatangan.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20440"/>
            <a:ext cx="20116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Langkah 3: Pilih Hierarki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4747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Tentukan tujuan surat (Atasan vs Sejajar/Bawahan) untuk kalimat penutup otomatis.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20116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Langkah 4: AI 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4348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Tekan tombol generate, AI merangkai naskah formal baku dalam &lt; 5 detik.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40680"/>
            <a:ext cx="20116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Langkah 5: Preview &amp;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39496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Tinjau PDF resolusi tinggi via Android Native PdfRenderer, bagikan atau cetak langsung.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SISTEM SURAT ELEKTRONIK BERBASIS AI (SSEB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Dampak &amp; Manfaat Operasional Satuan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SSEB AI v2.0 • Standar Kepatuhan KEP/868/2022 TNI • On-Premises Sovereign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</a:defRPr>
            </a:pPr>
            <a:r>
              <a:t>🚀  Efisiensi Waktu 90%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Penyusunan naskah dinas terpangkas dari 60 menit menjadi hanya 1-2 menit secara menyeluruh.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</a:defRPr>
            </a:pPr>
            <a:r>
              <a:t>🚀  Zero Data Leak Risk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Menjamin kerahasiaan dokumen militer 100% terjaga di server lokal tanpa transmisi keluar.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</a:defRPr>
            </a:pPr>
            <a:r>
              <a:t>🚀  Standardisasi Format 100%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Menghilangkan kesalahan margin, format penomoran, dan tanda baca di seluruh satuan kerja.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40480"/>
            <a:ext cx="51206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3A5C"/>
                </a:solidFill>
              </a:defRPr>
            </a:pPr>
            <a:r>
              <a:t>🚀  Aksesibilitas Komando Tinggi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Pimpinan dan staf dapat memproses dan menyetujui konsep naskah dinas di mana saja via smartphone.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t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KESIMPULAN &amp; ROADMAP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Sistem Surat Elektronik Berbasis AI (SSEB AI) siap diimplementasikan sebagai platform standar naskah dinas mandiri.</a:t>
            </a:r>
          </a:p>
          <a:p>
            <a:pPr>
              <a:spcAft>
                <a:spcPts val="2000"/>
              </a:spcAft>
              <a:defRPr sz="1300">
                <a:solidFill>
                  <a:srgbClr val="E2E8F0"/>
                </a:solidFill>
              </a:defRPr>
            </a:pPr>
            <a:r>
              <a:t>Roadmap Pengembangan Lanjutan:</a:t>
            </a:r>
            <a:br/>
            <a:r>
              <a:t>• Integrasi Tanda Tangan Elektronik (TTE / Sertifikat Digital Militer)</a:t>
            </a:r>
            <a:br/>
            <a:r>
              <a:t>• Integrasi Dikte Suara (Voice-to-Text) Bahasa Indonesia Mandiri</a:t>
            </a:r>
            <a:br/>
            <a:r>
              <a:t>• Sinkronisasi Ekosistem E-Office Satuan Terpadu</a:t>
            </a:r>
          </a:p>
          <a:p>
            <a:pPr>
              <a:defRPr sz="1600" b="1">
                <a:solidFill>
                  <a:srgbClr val="F59E0B"/>
                </a:solidFill>
              </a:defRPr>
            </a:pPr>
            <a:r>
              <a:t>TERIMA KASIH • 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